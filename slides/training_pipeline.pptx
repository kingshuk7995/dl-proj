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Infrastructure and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Objective: Memory-efficient, reproducible causal Transformer training</a:t>
            </a:r>
          </a:p>
          <a:p>
            <a:pPr/>
            <a:r>
              <a:t>Environment: Kaggle T4 GPU (~16GB VRAM), limited compute (3 epochs)</a:t>
            </a:r>
          </a:p>
          <a:p>
            <a:pPr/>
            <a:r>
              <a:t>Config-driven pipeline (YAML → dataclasses → train(cfg))</a:t>
            </a:r>
          </a:p>
          <a:p>
            <a:pPr/>
            <a:r>
              <a:t>Same pipeline across all experiments → fair comparison</a:t>
            </a:r>
          </a:p>
          <a:p>
            <a:pPr/>
            <a:r>
              <a:t>Core: strided data loading, AMP, AdamW, cosine LR, grad accumulation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Config-Driven Experiment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Entry: scripts/train.py → load_config() → train(cfg)</a:t>
            </a:r>
          </a:p>
          <a:p>
            <a:pPr/>
            <a:r>
              <a:t>DatasetConfig: WikiText-103, GPT-2 tokenizer, seq_len=512, stride=256</a:t>
            </a:r>
          </a:p>
          <a:p>
            <a:pPr/>
            <a:r>
              <a:t>ModelConfig: 8 layers, d_model=512, 8 heads, d_ff=2048</a:t>
            </a:r>
          </a:p>
          <a:p>
            <a:pPr/>
            <a:r>
              <a:t>TrainConfig: batch=8, grad_accum=4, AMP, AdamW, cosine LR, warmup=1000</a:t>
            </a:r>
          </a:p>
          <a:p>
            <a:pPr/>
            <a:r>
              <a:t>Only positional encoding varies: none / sinusoidal / learned / ALiBi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Windowing and Training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WikiText-103 flattened into 1D token stream</a:t>
            </a:r>
          </a:p>
          <a:p>
            <a:pPr/>
            <a:r>
              <a:t>Sequence length = 512, training stride = 256 (50% overlap)</a:t>
            </a:r>
          </a:p>
          <a:p>
            <a:pPr/>
            <a:r>
              <a:t>Validation/Test stride = 512 (no overlap)</a:t>
            </a:r>
          </a:p>
          <a:p>
            <a:pPr/>
            <a:r>
              <a:t>Training pairs: x = chunk[:-1], y = chunk[1:] (next-token prediction)</a:t>
            </a:r>
          </a:p>
          <a:p>
            <a:pPr/>
            <a:r>
              <a:t>Overlap → denser gradient signal under limited compute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Optimization, Memory, and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Loss: token-level cross-entropy (flattened over batch × sequence)</a:t>
            </a:r>
          </a:p>
          <a:p>
            <a:pPr/>
            <a:r>
              <a:t>Optimizer: AdamW (weight decay = 0.01)</a:t>
            </a:r>
          </a:p>
          <a:p>
            <a:pPr/>
            <a:r>
              <a:t>Scheduler: cosine decay + 1000-step warmup</a:t>
            </a:r>
          </a:p>
          <a:p>
            <a:pPr/>
            <a:r>
              <a:t>Gradient accumulation: 8 × 4 = effective batch 32</a:t>
            </a:r>
          </a:p>
          <a:p>
            <a:pPr/>
            <a:r>
              <a:t>AMP (autocast + GradScaler) reduces memory + speeds training</a:t>
            </a:r>
          </a:p>
          <a:p>
            <a:pPr/>
            <a:r>
              <a:t>Gradient clipping (norm=1.0) prevents instability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and Controlled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Metrics: cross-entropy loss and perplexity (exp(loss))</a:t>
            </a:r>
          </a:p>
          <a:p>
            <a:pPr/>
            <a:r>
              <a:t>Checkpointing: last.pt (resume) and best.pt (best val model)</a:t>
            </a:r>
          </a:p>
          <a:p>
            <a:pPr/>
            <a:r>
              <a:t>Same training pipeline for all 4 variants</a:t>
            </a:r>
          </a:p>
          <a:p>
            <a:pPr/>
            <a:r>
              <a:t>Variants: none, sinusoidal, learned, ALiBi</a:t>
            </a:r>
          </a:p>
          <a:p>
            <a:pPr/>
            <a:r>
              <a:t>Kaggle constraint → focus on trends, not full convergence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